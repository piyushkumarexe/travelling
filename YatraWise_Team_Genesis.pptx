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9144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20640" y="0"/>
            <a:ext cx="713232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7373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PRODUCT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0312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Tourism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7180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  <a:latin typeface="Calibri"/>
              </a:rPr>
              <a:t>Smart Travel &amp;
Safety Assistant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77639"/>
            <a:ext cx="1371600" cy="4445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206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Android App  ·  Flutter  ·  Firebase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06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Presented by  Team Genesis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2648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September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10058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005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Travel 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Geofenced zones, one-tap SOS
and live emergency help.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2402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Explore smart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606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Places, maps, weather and
AI-powered trip planning.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4747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Stay verified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Digital Emergency ID with
secure QR verification.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7091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709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Travel greener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0749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Eco Score from real walk
and cycle sessions.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  /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801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447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3258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6642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Why travelers still feel unsafe and juggle too many apps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08760" y="21031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94360" y="21945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3591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2402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Our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5786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Tourism — one app for travel, safety, AI and identity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30175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31089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735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154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Product tour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4930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Home, AI Trip Planner, safety, explore and more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08760" y="39319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40233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1879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069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Features &amp; tech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4074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Full feature set, architecture and security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08760" y="48463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360" y="4937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1023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9834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Delivery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3218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What is live today — presented by Team Genesis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From fragmented tools to one smart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Tourism brings travel, safety and AI together in a single Android app.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48640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C2626"/>
                </a:solidFill>
                <a:latin typeface="Calibri"/>
              </a:rPr>
              <a:t>The gap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Maps, weather, SOS and booking live in separate apps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No shared location or profile context across tools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Safety often stops at a helpline number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No geofence alerts or digital emergency ID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Trip plans are manual, static and easy to lose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Travelers feel overcharged, lost and unsafe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5394960" cy="470916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00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Calibri"/>
              </a:rPr>
              <a:t>What Tourism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One home dashboard with live location &amp; weather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Assistant for on-trip questions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Trip Planner for day-by-day plans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Safety zones, SOS and incident reporting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Digital Emergency ID with QR verification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Explore, maps, eco score and profile — all live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Home — everything in one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Live location, weather, safety status, SOS and quick actions. Every card opens a working feature.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  /  10</a:t>
            </a:r>
          </a:p>
        </p:txBody>
      </p:sp>
      <p:pic>
        <p:nvPicPr>
          <p:cNvPr id="9" name="Picture 8" descr="ss_hom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2374902" cy="4983480"/>
          </a:xfrm>
          <a:prstGeom prst="rect">
            <a:avLst/>
          </a:prstGeom>
        </p:spPr>
      </p:pic>
      <p:pic>
        <p:nvPicPr>
          <p:cNvPr id="10" name="Picture 9" descr="ss_home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280160"/>
            <a:ext cx="2374902" cy="4983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12280" y="13990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3258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Live greeting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6184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Your name, place label and profile photo.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12280" y="23134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Weather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5328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Current conditions for your location.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2278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31546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Safety 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4472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Nearby zone check for where you are.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41422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0" y="40690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SOS ready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616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One tap records GPS and shows local help.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505663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4983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628"/>
                </a:solidFill>
                <a:latin typeface="Calibri"/>
              </a:rPr>
              <a:t>Quick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7608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AI, Explore, Map, Trips, Eco, Digital ID.</a:t>
            </a:r>
          </a:p>
        </p:txBody>
      </p:sp>
    </p:spTree>
  </p:cSld>
  <p:transition spd="med">
    <p:push dir="l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PRODUCT TOUR  ·  ARTIFICIAL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AI inside the app — real and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Tourism uses AI for trip planning, on-trip help and incident understanding.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  /  10</a:t>
            </a:r>
          </a:p>
        </p:txBody>
      </p:sp>
      <p:pic>
        <p:nvPicPr>
          <p:cNvPr id="9" name="Picture 8" descr="ss_trip_planner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2396691" cy="5029200"/>
          </a:xfrm>
          <a:prstGeom prst="rect">
            <a:avLst/>
          </a:prstGeom>
        </p:spPr>
      </p:pic>
      <p:pic>
        <p:nvPicPr>
          <p:cNvPr id="10" name="Picture 9" descr="ss_trip_planner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234440"/>
            <a:ext cx="2396691" cy="5029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92240" y="128016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80160"/>
            <a:ext cx="51206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628"/>
                </a:solidFill>
                <a:latin typeface="Calibri"/>
              </a:rPr>
              <a:t>AI Trip Planner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92024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Enter destination, days, travelers, transport, budget, style and interests. AI builds a timed day-by-day plan you can save.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88036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2880360"/>
            <a:ext cx="5120640" cy="7315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31089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628"/>
                </a:solidFill>
                <a:latin typeface="Calibri"/>
              </a:rPr>
              <a:t>AI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52044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Chat while you travel. Answers use your live location and preferences so help stays relevant on the ground.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48056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448056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47091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628"/>
                </a:solidFill>
                <a:latin typeface="Calibri"/>
              </a:rPr>
              <a:t>AI Incident triage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512064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When you report an incident with photo or video, AI classifies severity and suggests the next action for review.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Complete feature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Every module below is live in the app — including AI.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8016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80160"/>
            <a:ext cx="73152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Home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Location, weather, safety, SOS, attractions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28016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280160"/>
            <a:ext cx="73152" cy="10972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AI Trip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Day-by-day plans generated by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28016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280160"/>
            <a:ext cx="73152" cy="10972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AI Assistant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On-trip chat with location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128016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8016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4630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Explore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8288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Places search, photos, navigate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51460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51460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2697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Map &amp; routes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063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Live map, zones, multi-stop routes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83280" y="251460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2514600"/>
            <a:ext cx="73152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697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Safety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063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Geofence alerts &amp; emergency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51460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2514600"/>
            <a:ext cx="73152" cy="10972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2697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One-tap SOS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3063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GPS event + call nearby help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51460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35440" y="2514600"/>
            <a:ext cx="73152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36608" y="2697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Incident 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36608" y="30632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Media upload + AI triage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74904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3749040"/>
            <a:ext cx="73152" cy="109728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3931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Digital Emergency 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QR verify, active / revoke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83280" y="374904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383280" y="3749040"/>
            <a:ext cx="73152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84448" y="3931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Eco Score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84448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Walk &amp; cycle tracking, badges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09360" y="374904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3749040"/>
            <a:ext cx="73152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10528" y="3931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Weather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Current + multi-day forecast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35440" y="374904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35440" y="3749040"/>
            <a:ext cx="73152" cy="109728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3931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Notifications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36608" y="4297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Safety &amp; trip alerts history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98348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4983480"/>
            <a:ext cx="73152" cy="1097280"/>
          </a:xfrm>
          <a:prstGeom prst="rect">
            <a:avLst/>
          </a:prstGeom>
          <a:solidFill>
            <a:srgbClr val="3D4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" y="5166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Profile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Photo, contacts, travel prefs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83280" y="498348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83280" y="4983480"/>
            <a:ext cx="73152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84448" y="5166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Nearby essentials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84448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Hospitals, police, ATMs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09360" y="498348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09360" y="4983480"/>
            <a:ext cx="73152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10528" y="5166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Budget &amp; wallet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10528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Budget prefs for trip plans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35440" y="4983480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235440" y="4983480"/>
            <a:ext cx="73152" cy="109728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436608" y="5166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Admin console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36608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D4A5C"/>
                </a:solidFill>
                <a:latin typeface="Calibri"/>
              </a:rPr>
              <a:t>Zones, incidents, SOS review</a:t>
            </a:r>
          </a:p>
        </p:txBody>
      </p:sp>
    </p:spTree>
  </p:cSld>
  <p:transition spd="med">
    <p:push dir="l"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Safety loop that stays honest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Detect risk → warn the traveler → capture location → show real help.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9164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3172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Active safety zones. Geofence monitor while you travel.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9488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37160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6344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169164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Warn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33172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In-app alert + notification when you enter a high-risk zone.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9488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1371600"/>
            <a:ext cx="3611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5820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169164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628"/>
                </a:solidFill>
                <a:latin typeface="Calibri"/>
              </a:rPr>
              <a:t>Respond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331720"/>
            <a:ext cx="3063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D4A5C"/>
                </a:solidFill>
                <a:latin typeface="Calibri"/>
              </a:rPr>
              <a:t>SOS saves live GPS and lists nearby hospital, police and fire you can call.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5760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862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Calibri"/>
              </a:rPr>
              <a:t>Also included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3434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Incident report with photo / video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triage for category and severity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Digital Emergency ID with QR verify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Admin review for zones, SOS and incidents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65760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3886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Calibri"/>
              </a:rPr>
              <a:t>Honest by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434340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SOS does not fake a police dispatch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No location is invented if GPS is off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QR carries a token — not personal data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Call buttons open your phone dialer</a:t>
            </a:r>
          </a:p>
        </p:txBody>
      </p:sp>
    </p:spTree>
  </p:cSld>
  <p:transition spd="med">
    <p:wipe dir="r"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How it is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Flutter client · Firebase backend · secure cloud functions for AI and maps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365760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3657600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Android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Flutter + Material design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Live GPS and Google Maps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AI Assistant &amp; Trip Planner UI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SOS, Digital ID, Eco Score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Camera QR scan &amp; notifications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325880"/>
            <a:ext cx="365760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325880"/>
            <a:ext cx="3657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Firebase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0574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Google Sign-In (Auth)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Cloud Firestore (live data)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Cloud Storage (photos / video)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Cloud Functions (secure APIs)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Security rules + admin roles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325880"/>
            <a:ext cx="365760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80" y="1325880"/>
            <a:ext cx="3657600" cy="5029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Smart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0574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AI chat for travelers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AI day-by-day trip plans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AI incident understanding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Places, routes &amp; weather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3D4A5C"/>
                </a:solidFill>
                <a:latin typeface="Calibri"/>
              </a:rPr>
              <a:t>•  All sensitive work server-side</a:t>
            </a:r>
          </a:p>
        </p:txBody>
      </p:sp>
    </p:spTree>
  </p:cSld>
  <p:transition spd="med">
    <p:push dir="l"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3891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1628"/>
                </a:solidFill>
                <a:latin typeface="Calibri"/>
              </a:rPr>
              <a:t>Secure by default  ·  live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961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Sensitive work stays on the server. The app ships working features, not placeholders.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510528"/>
            <a:ext cx="11155680" cy="1587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Tourism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656539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  / 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50876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536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Server-side secrets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Third-party credentials never ship inside the Android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3258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11880" y="150876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0" y="1536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Firebase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011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Users only access their own data. Admin actions are role-gated.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3258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50876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1536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Validated inputs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011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Client and server both check types, sizes and limits.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325880"/>
            <a:ext cx="27889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50876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1536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628"/>
                </a:solidFill>
                <a:latin typeface="Calibri"/>
              </a:rPr>
              <a:t>Private Digital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011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D4A5C"/>
                </a:solidFill>
                <a:latin typeface="Calibri"/>
              </a:rPr>
              <a:t>QR holds only a verification token — no personal payload.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29000"/>
            <a:ext cx="11155680" cy="2651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576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628"/>
                </a:solidFill>
                <a:latin typeface="Calibri"/>
              </a:rPr>
              <a:t>Working in the app 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1148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Google Sign-In &amp; profile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Live weather &amp; location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Explore places &amp; maps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Assistant chat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1148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AI Trip Planner + save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SOS with live GPS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Incident report + AI triage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Safety zones &amp; alerts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11480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Digital Emergency ID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Eco Score tracking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Notifications history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D4A5C"/>
                </a:solidFill>
                <a:latin typeface="Calibri"/>
              </a:rPr>
              <a:t>•  Admin console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p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502920"/>
            <a:ext cx="146304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488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9488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Tourism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4A3B8"/>
                </a:solidFill>
                <a:latin typeface="Calibri"/>
              </a:rPr>
              <a:t>Explore  ·  Travel Safe  ·  Powered by Team Genesis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3977639"/>
            <a:ext cx="5943600" cy="1554480"/>
          </a:xfrm>
          <a:prstGeom prst="roundRect">
            <a:avLst>
              <a:gd name="adj" fmla="val 8000"/>
            </a:avLst>
          </a:prstGeom>
          <a:solidFill>
            <a:srgbClr val="15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41605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Team Genesis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5029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Smart travel  ·  real safety  ·  working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Questions welcome  ·  September 2026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