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937760" y="0"/>
            <a:ext cx="91440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0" y="0"/>
            <a:ext cx="722376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0D9488"/>
                </a:solidFill>
                <a:latin typeface="Calibri"/>
              </a:rPr>
              <a:t>PRODUCT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402336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YatraWise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402336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>
                <a:solidFill>
                  <a:srgbClr val="CBD5E1"/>
                </a:solidFill>
                <a:latin typeface="Calibri"/>
              </a:rPr>
              <a:t>Smart Tourism &amp;
Safety Assistant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84048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4023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Android  ·  Flutter  ·  Firebase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4023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Presented by  Team Genesis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172200"/>
            <a:ext cx="402336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94A3B8"/>
                </a:solidFill>
                <a:latin typeface="Calibri"/>
              </a:rPr>
              <a:t>September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77840" y="1005840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D9488"/>
                </a:solidFill>
                <a:latin typeface="Calibr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00584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Travel 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71600"/>
            <a:ext cx="5029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Geofenced zones, one-tap SOS,
live emergency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0" y="2240280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D9488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24028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Explore smart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06040"/>
            <a:ext cx="5029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Real places, AI itineraries,
live maps &amp; weather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77840" y="3474720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D9488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47472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Stay verified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840480"/>
            <a:ext cx="5029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Digital Emergency ID with
QR verification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709160"/>
            <a:ext cx="6400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D9488"/>
                </a:solidFill>
                <a:latin typeface="Calibr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70916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Go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074920"/>
            <a:ext cx="502920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Eco Score from real walk
and cycle sessions</a:t>
            </a:r>
          </a:p>
        </p:txBody>
      </p:sp>
      <p:pic>
        <p:nvPicPr>
          <p:cNvPr id="24" name="Picture 2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11480"/>
            <a:ext cx="1234440" cy="1234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1C2E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53796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8368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YatraWise  ·  Team Genesis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6583680"/>
            <a:ext cx="20116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  / 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2801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CC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17320"/>
            <a:ext cx="6400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2588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4592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Why tourist safety and trip tools still fail travelers on the ground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54480" y="2103120"/>
            <a:ext cx="96012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1945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CC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331720"/>
            <a:ext cx="6400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24028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What we built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56032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YatraWise product vision and the core experience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54480" y="3017520"/>
            <a:ext cx="96012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31089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CC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246120"/>
            <a:ext cx="6400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15468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Product tour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47472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Home, safety, SOS, explore, maps, AI, Digital 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554480" y="3931920"/>
            <a:ext cx="96012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0233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CC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60520"/>
            <a:ext cx="6400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06908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How it works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38912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Architecture, tech stack, and security model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54480" y="4846320"/>
            <a:ext cx="96012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937760"/>
            <a:ext cx="640080" cy="640080"/>
          </a:xfrm>
          <a:prstGeom prst="roundRect">
            <a:avLst>
              <a:gd name="adj" fmla="val 20000"/>
            </a:avLst>
          </a:prstGeom>
          <a:solidFill>
            <a:srgbClr val="CC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074920"/>
            <a:ext cx="64008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0F766E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98348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Impact &amp; next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03520"/>
            <a:ext cx="9144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What is real today, and where Genesis takes it next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1C2E"/>
                </a:solidFill>
                <a:latin typeface="Calibri"/>
              </a:rPr>
              <a:t>The gap on the 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Tourists carry five apps and still feel unsafe, overcharged, and lost.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3796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YatraWise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83680"/>
            <a:ext cx="20116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3  / 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53949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463040"/>
            <a:ext cx="539496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78308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Fragmented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286000"/>
            <a:ext cx="47548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Maps, weather, translation, SOS, and booking live in separate apps with no shared context.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3949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394960" cy="7315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178308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Weak safety loop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286000"/>
            <a:ext cx="47548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Most travel apps stop at a helpline number. No geofence, no local zone data, no digital ID.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566160"/>
            <a:ext cx="53949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566160"/>
            <a:ext cx="539496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8620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Fake “AI”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389120"/>
            <a:ext cx="47548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Demo buttons and canned replies. No real location context, no real triage.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3566160"/>
            <a:ext cx="539496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3566160"/>
            <a:ext cx="539496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886200"/>
            <a:ext cx="475488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Trust gap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389120"/>
            <a:ext cx="47548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QR IDs that leak personal data, SOS flows that claim police were called when they were not.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1C2E"/>
                </a:solidFill>
                <a:latin typeface="Calibri"/>
              </a:rPr>
              <a:t>One app. Real safety. Real travel.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YatraWise combines premium travel UX with end-to-end safety tooling — nothing is simulated.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3796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YatraWise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83680"/>
            <a:ext cx="20116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4  / 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371600"/>
            <a:ext cx="10972800" cy="1188720"/>
          </a:xfrm>
          <a:prstGeom prst="roundRect">
            <a:avLst>
              <a:gd name="adj" fmla="val 6000"/>
            </a:avLst>
          </a:prstGeom>
          <a:solidFill>
            <a:srgbClr val="0F1C2E"/>
          </a:solidFill>
          <a:ln w="12700">
            <a:solidFill>
              <a:srgbClr val="0F1C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54480"/>
            <a:ext cx="104241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A native Android assistant that knows where you are, what is nearby, whether the area is safe, and how to get help — with live maps, real AI, and a verifiable Digital Emergency ID.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80360"/>
            <a:ext cx="274320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15468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840480"/>
            <a:ext cx="2286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C2E"/>
                </a:solidFill>
                <a:latin typeface="Calibri"/>
              </a:rPr>
              <a:t>Travel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976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Explore places, plan itineraries, check weather, track budget and multi-stop routes.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2880360"/>
            <a:ext cx="274320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749040" y="315468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0" y="3840480"/>
            <a:ext cx="2286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C2E"/>
                </a:solidFill>
                <a:latin typeface="Calibri"/>
              </a:rPr>
              <a:t>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42976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Geofenced zones, SOS with live GPS, incident reporting, nearby hospitals &amp; police.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2880360"/>
            <a:ext cx="274320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29400" y="315468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3840480"/>
            <a:ext cx="2286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C2E"/>
                </a:solidFill>
                <a:latin typeface="Calibri"/>
              </a:rPr>
              <a:t>Identity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2976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Digital Emergency ID — QR encodes only a 64-char token, verified live in Firestore.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2880360"/>
            <a:ext cx="274320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509760" y="3154680"/>
            <a:ext cx="502920" cy="502920"/>
          </a:xfrm>
          <a:prstGeom prst="roundRect">
            <a:avLst>
              <a:gd name="adj" fmla="val 15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0" y="3840480"/>
            <a:ext cx="2286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C2E"/>
                </a:solidFill>
                <a:latin typeface="Calibri"/>
              </a:rPr>
              <a:t>Sustainability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297680"/>
            <a:ext cx="2286000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Eco Score from real walk/cycle GPS sessions, levels and badges in Firestore.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1C2E"/>
                </a:solidFill>
                <a:latin typeface="Calibri"/>
              </a:rPr>
              <a:t>The home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Live location, weather, safety status, SOS, and quick actions — every card opens a working feature.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3796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YatraWise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83680"/>
            <a:ext cx="20116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5  /  14</a:t>
            </a:r>
          </a:p>
        </p:txBody>
      </p:sp>
      <p:pic>
        <p:nvPicPr>
          <p:cNvPr id="9" name="Picture 8" descr="ss_home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2353114" cy="4937760"/>
          </a:xfrm>
          <a:prstGeom prst="rect">
            <a:avLst/>
          </a:prstGeom>
        </p:spPr>
      </p:pic>
      <p:pic>
        <p:nvPicPr>
          <p:cNvPr id="10" name="Picture 9" descr="ss_home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325880"/>
            <a:ext cx="2353114" cy="49377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315200" y="1444752"/>
            <a:ext cx="7315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371600"/>
            <a:ext cx="4297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Live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1664208"/>
            <a:ext cx="4297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Greeting, reverse-geocoded place name, and profile photo from Firestore.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0" y="2359152"/>
            <a:ext cx="7315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3800" y="2286000"/>
            <a:ext cx="4297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Weather strip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2578608"/>
            <a:ext cx="4297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OpenWeather current conditions via secure Cloud Function proxy.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273552"/>
            <a:ext cx="7315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200400"/>
            <a:ext cx="4297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Safety status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493008"/>
            <a:ext cx="4297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Nearest active zone for your GPS position — or an honest “data limited” state.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4187952"/>
            <a:ext cx="7315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4114800"/>
            <a:ext cx="4297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SOS in reach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4407408"/>
            <a:ext cx="4297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Confirm → real GPS fix → emergencyEvents doc → nearby services you can call.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5102352"/>
            <a:ext cx="73152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5029200"/>
            <a:ext cx="429768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Quick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800" y="5321808"/>
            <a:ext cx="429768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475569"/>
                </a:solidFill>
                <a:latin typeface="Calibri"/>
              </a:rPr>
              <a:t>AI, Explore, Map, Incidents, Itineraries, Eco, Digital ID, Weather.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1C2E"/>
                </a:solidFill>
                <a:latin typeface="Calibri"/>
              </a:rPr>
              <a:t>Feature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Twelve working modules. No “coming soon” screens.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3796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YatraWise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83680"/>
            <a:ext cx="20116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6  / 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27889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7315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5448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Home 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6596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Location, weather, safety, SOS, attractions, alerts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1325880"/>
            <a:ext cx="27889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132588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155448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Explore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196596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Google Places search, categories, photos, navigate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325880"/>
            <a:ext cx="27889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32588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55448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Map &amp; routes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196596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Maps SDK, zones, polyline routes, live GPS dot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325880"/>
            <a:ext cx="27889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81160" y="1325880"/>
            <a:ext cx="73152" cy="141732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155448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AI Assistant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196596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NVIDIA Llama 3.1 with location + prefs context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2926080"/>
            <a:ext cx="27889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2926080"/>
            <a:ext cx="73152" cy="141732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315468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Trip planner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56616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AI itinerary → preview → save to Firestore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9000" y="2926080"/>
            <a:ext cx="27889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29000" y="2926080"/>
            <a:ext cx="73152" cy="14173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0" y="315468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Safety hub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0" y="356616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Zones, geofence monitor, emergency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55080" y="2926080"/>
            <a:ext cx="27889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55080" y="2926080"/>
            <a:ext cx="73152" cy="14173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0" y="315468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SOS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0" y="356616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GPS-backed emergency event + call buttons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281160" y="2926080"/>
            <a:ext cx="27889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281160" y="2926080"/>
            <a:ext cx="73152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09760" y="315468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Incident report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09760" y="356616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Photo/video → AI triage → admin review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4526280"/>
            <a:ext cx="27889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4526280"/>
            <a:ext cx="73152" cy="141732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475488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Digital ID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16636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64-hex QR token, camera scan, live verify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29000" y="4526280"/>
            <a:ext cx="27889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29000" y="4526280"/>
            <a:ext cx="73152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0" y="475488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Eco Score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0" y="516636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Walk/cycle GPS sessions, points, badges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5080" y="4526280"/>
            <a:ext cx="27889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55080" y="4526280"/>
            <a:ext cx="73152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0" y="475488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Weather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516636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Current + 5-day forecast, safety notes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81160" y="4526280"/>
            <a:ext cx="278892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281160" y="4526280"/>
            <a:ext cx="73152" cy="141732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09760" y="475488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Admin console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5166360"/>
            <a:ext cx="237744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Incidents, zones, SOS — role-gated server-side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1C2E"/>
                </a:solidFill>
                <a:latin typeface="Calibri"/>
              </a:rPr>
              <a:t>Safety loop that stays honest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Detect risk → warn the traveler → capture location → surface real help. Never fake a dispatch.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3796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YatraWise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83680"/>
            <a:ext cx="20116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7  / 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37160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14400" y="1600200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91640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169164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Detect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31720"/>
            <a:ext cx="30632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Active safety zones from Firestore. Geofence monitor with foreground/background location.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60" y="219456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D9488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34840" y="137160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709160" y="1600200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1691640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169164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Warn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331720"/>
            <a:ext cx="30632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In-app banner + Android notification + history when entering a high-risk zone.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194560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1">
                <a:solidFill>
                  <a:srgbClr val="0D9488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37160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503920" y="1600200"/>
            <a:ext cx="502920" cy="502920"/>
          </a:xfrm>
          <a:prstGeom prst="roundRect">
            <a:avLst>
              <a:gd name="adj" fmla="val 2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1691640"/>
            <a:ext cx="5029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1691640"/>
            <a:ext cx="2377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Respond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331720"/>
            <a:ext cx="306324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SOS records GPS to emergencyEvents. Nearby hospital/police/fire with real tel: dial.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840480"/>
            <a:ext cx="548640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023360"/>
            <a:ext cx="493776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C2E"/>
                </a:solidFill>
                <a:latin typeface="Calibri"/>
              </a:rPr>
              <a:t>Incident reporting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48056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Description + photo + video, type/size validated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Upload to Firebase Storage under incidents/{uid}/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NVIDIA triage → category, severity, summary, action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Stored in Firestore with admin review workflow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3840480"/>
            <a:ext cx="52120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754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0F1C2E"/>
                </a:solidFill>
                <a:latin typeface="Calibri"/>
              </a:rPr>
              <a:t>What we refuse to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448056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We do not auto-dial police or ambulance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We do not invent coordinates if GPS is off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We do not put personal data inside the QR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SOS status is stored for admins — not “dispatched”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TRAVEL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1C2E"/>
                </a:solidFill>
                <a:latin typeface="Calibri"/>
              </a:rPr>
              <a:t>Explore, navigate,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Real Google Places and Maps. Real NVIDIA chat with your location injected server-side.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3796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YatraWise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83680"/>
            <a:ext cx="20116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8  / 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5760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3657600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1C2E"/>
                </a:solidFill>
                <a:latin typeface="Calibri"/>
              </a:rPr>
              <a:t>Explore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Text search + category browse (attractions, food, hidden gems)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Place detail: photos (proxied), rating, price, open/closed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Distance from you, one-tap Google Maps navigation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Nearby attractions strip on Home (e.g. Dilkusha Kothi)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371600"/>
            <a:ext cx="365760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371600"/>
            <a:ext cx="3657600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69164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1C2E"/>
                </a:solidFill>
                <a:latin typeface="Calibri"/>
              </a:rPr>
              <a:t>Map &amp; routes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2860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Official Google Maps SDK — live blue dot, pan/zoom/rotate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Attraction markers, color-coded safety zone circles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Directions polyline when available; honest straight-line fallback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Emergency service markers you can call or navigate 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371600"/>
            <a:ext cx="365760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80" y="1371600"/>
            <a:ext cx="3657600" cy="914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691640"/>
            <a:ext cx="31089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1C2E"/>
                </a:solidFill>
                <a:latin typeface="Calibri"/>
              </a:rPr>
              <a:t>AI Assistant &amp; trips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2860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Conversational AI via NVIDIA Llama 3.1 70B Instruct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Location + travel preferences injected as context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Itinerary generator: days, interests, budget, style → JSON plan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Preview, regenerate, save/delete in Firestore per user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IDENTITY &amp; LIFESTYLE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1C2E"/>
                </a:solidFill>
                <a:latin typeface="Calibri"/>
              </a:rPr>
              <a:t>Digital ID, Eco Score, Weather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Identity that verifies. Sustainability that measures. Weather that informs safety.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3796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YatraWise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83680"/>
            <a:ext cx="20116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9  / 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37160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371600"/>
            <a:ext cx="5486400" cy="9144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91640"/>
            <a:ext cx="4937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>
                <a:solidFill>
                  <a:srgbClr val="0F1C2E"/>
                </a:solidFill>
                <a:latin typeface="Calibri"/>
              </a:rPr>
              <a:t>Digital Emergency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86000"/>
            <a:ext cx="49377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F1C2E"/>
                </a:solidFill>
                <a:latin typeface="Calibri"/>
              </a:rPr>
              <a:t>How it works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Profile record with name, photo, emergency contacts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QR encodes only a random 64-hex verification token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No personal data ever rides inside the QR payload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Active / revoked status controlled by the owner</a:t>
            </a:r>
          </a:p>
          <a:p>
            <a:pPr algn="l">
              <a:spcAft>
                <a:spcPts val="5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F1C2E"/>
                </a:solidFill>
                <a:latin typeface="Calibri"/>
              </a:rPr>
              <a:t>Verification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Camera scan via mobile_scanner, or manual paste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Live Firestore lookup — not a static offline card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Copy-token support for desk / hotel handoff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371600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1371600"/>
            <a:ext cx="5120640" cy="914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645920"/>
            <a:ext cx="4663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Eco Score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210312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GPS-tracked walk and cycle sessions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Manual activity logs when needed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Points, levels, badges in Firestore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794760"/>
            <a:ext cx="512064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3794760"/>
            <a:ext cx="5120640" cy="914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4069080"/>
            <a:ext cx="466344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0F1C2E"/>
                </a:solidFill>
                <a:latin typeface="Calibri"/>
              </a:rPr>
              <a:t>Weather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452628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OpenWeather current + 5-day forecast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Backend proxy — key never ships in the APK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•  Practical safety notes with retry states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1C2E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Flutter client talks only to Firebase. All third-party keys live in Cloud Functions.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3796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YatraWise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83680"/>
            <a:ext cx="20116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10  /  14</a:t>
            </a:r>
          </a:p>
        </p:txBody>
      </p:sp>
      <p:pic>
        <p:nvPicPr>
          <p:cNvPr id="9" name="Picture 8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11155680" cy="62750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1C2E"/>
                </a:solidFill>
                <a:latin typeface="Calibr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Chosen for real device capability, not demos.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3796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YatraWise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83680"/>
            <a:ext cx="20116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11  / 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365760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3657600" cy="5029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1732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Client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05740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F1C2E"/>
                </a:solidFill>
                <a:latin typeface="Calibri"/>
              </a:rPr>
              <a:t>Flutter 3.32 / Dart 3.8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Material 3, GoRouter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697480"/>
            <a:ext cx="31089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78892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F1C2E"/>
                </a:solidFill>
                <a:latin typeface="Calibri"/>
              </a:rPr>
              <a:t>google_maps_flutter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06324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Official Maps SDK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429000"/>
            <a:ext cx="31089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52044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F1C2E"/>
                </a:solidFill>
                <a:latin typeface="Calibri"/>
              </a:rPr>
              <a:t>geolocator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9476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Fine / background GPS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160520"/>
            <a:ext cx="31089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25196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F1C2E"/>
                </a:solidFill>
                <a:latin typeface="Calibri"/>
              </a:rPr>
              <a:t>mobile_scanner + qr_flutter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52628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Digital ID scan &amp; render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4892040"/>
            <a:ext cx="31089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98348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F1C2E"/>
                </a:solidFill>
                <a:latin typeface="Calibri"/>
              </a:rPr>
              <a:t>dio + shimmer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25780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Networking &amp; loading UX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1325880"/>
            <a:ext cx="365760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1325880"/>
            <a:ext cx="3657600" cy="5029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141732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205740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F1C2E"/>
                </a:solidFill>
                <a:latin typeface="Calibri"/>
              </a:rPr>
              <a:t>Firebase Auth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233172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Google Sign-In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617720" y="2697480"/>
            <a:ext cx="31089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7720" y="278892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F1C2E"/>
                </a:solidFill>
                <a:latin typeface="Calibri"/>
              </a:rPr>
              <a:t>Cloud Firestore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306324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Live documents &amp; rules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617720" y="3429000"/>
            <a:ext cx="31089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17720" y="352044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F1C2E"/>
                </a:solidFill>
                <a:latin typeface="Calibri"/>
              </a:rPr>
              <a:t>Cloud Functions v2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79476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Node 20 secure gateway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17720" y="4160520"/>
            <a:ext cx="31089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17720" y="425196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F1C2E"/>
                </a:solidFill>
                <a:latin typeface="Calibri"/>
              </a:rPr>
              <a:t>Firebase Storage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17720" y="452628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Incident media &amp; avatars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17720" y="4892040"/>
            <a:ext cx="31089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17720" y="498348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F1C2E"/>
                </a:solidFill>
                <a:latin typeface="Calibri"/>
              </a:rPr>
              <a:t>GitHub Actions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25780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Analyze · test · release APK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83880" y="1325880"/>
            <a:ext cx="365760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83880" y="1325880"/>
            <a:ext cx="3657600" cy="50292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0" y="1417320"/>
            <a:ext cx="3200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Intelligence &amp; 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05740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F1C2E"/>
                </a:solidFill>
                <a:latin typeface="Calibri"/>
              </a:rPr>
              <a:t>NVIDIA Llama 3.1 70B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58200" y="233172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Chat, itinerary, triage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58200" y="2697480"/>
            <a:ext cx="31089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58200" y="278892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F1C2E"/>
                </a:solidFill>
                <a:latin typeface="Calibri"/>
              </a:rPr>
              <a:t>OpenWeather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06324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Current + 5-day forecast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458200" y="3429000"/>
            <a:ext cx="31089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58200" y="352044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F1C2E"/>
                </a:solidFill>
                <a:latin typeface="Calibri"/>
              </a:rPr>
              <a:t>Google Places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58200" y="379476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Search, details, photos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58200" y="4160520"/>
            <a:ext cx="31089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58200" y="425196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F1C2E"/>
                </a:solidFill>
                <a:latin typeface="Calibri"/>
              </a:rPr>
              <a:t>Google Routes / Geocoding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58200" y="452628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Polylines &amp; labels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458200" y="4892040"/>
            <a:ext cx="310896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58200" y="498348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F1C2E"/>
                </a:solidFill>
                <a:latin typeface="Calibri"/>
              </a:rPr>
              <a:t>Per-user rate limits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58200" y="5257800"/>
            <a:ext cx="3108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Firestore transaction quotas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1C2E"/>
                </a:solidFill>
                <a:latin typeface="Calibri"/>
              </a:rPr>
              <a:t>Security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Zero third-party secrets in the APK. Rules enforced server-side.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3796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YatraWise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83680"/>
            <a:ext cx="20116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12  / 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1600200"/>
            <a:ext cx="320040" cy="320040"/>
          </a:xfrm>
          <a:prstGeom prst="roundRect">
            <a:avLst>
              <a:gd name="adj" fmla="val 30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627632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No keys in the client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48840"/>
            <a:ext cx="3200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NVIDIA, OpenWeather, and Google server keys live only as Cloud Function secrets. The app talks to Firebase and its own endpoints.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3716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0" y="1600200"/>
            <a:ext cx="320040" cy="320040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1627632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Firestore &amp; Storage rules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148840"/>
            <a:ext cx="3200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Users write only their own docs. Safety zones are admin-writable. Incident media type/size capped. rateLimits denied to clients.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37160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12480" y="1600200"/>
            <a:ext cx="320040" cy="320040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0" y="1627632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Rate limiting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148840"/>
            <a:ext cx="3200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Per-user per-minute quotas in a Firestore transaction — chat 10, itinerary 5, places 30, weather 20, and more.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0332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1520" y="3931920"/>
            <a:ext cx="320040" cy="320040"/>
          </a:xfrm>
          <a:prstGeom prst="roundRect">
            <a:avLst>
              <a:gd name="adj" fmla="val 30000"/>
            </a:avLst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3959352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Input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480560"/>
            <a:ext cx="3200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Shared Validators on the client and full type/range/length checks on every backend endpoint.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70332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0" y="3931920"/>
            <a:ext cx="320040" cy="320040"/>
          </a:xfrm>
          <a:prstGeom prst="roundRect">
            <a:avLst>
              <a:gd name="adj" fmla="val 30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0" y="3959352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Admin gating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4480560"/>
            <a:ext cx="3200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Admin UI is role-gated in-app and blocked by security rules even if the client is tampered with.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80" y="3703320"/>
            <a:ext cx="3657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80" y="3931920"/>
            <a:ext cx="320040" cy="320040"/>
          </a:xfrm>
          <a:prstGeom prst="roundRect">
            <a:avLst>
              <a:gd name="adj" fmla="val 30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9680" y="3959352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0F1C2E"/>
                </a:solidFill>
                <a:latin typeface="Calibri"/>
              </a:rPr>
              <a:t>Honest Digital ID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480560"/>
            <a:ext cx="3200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QR carries only a 64-hex token. Verification is a live Firestore read — revoke anytime.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0040"/>
            <a:ext cx="4572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>
                <a:solidFill>
                  <a:srgbClr val="0D9488"/>
                </a:solidFill>
                <a:latin typeface="Calibri"/>
              </a:rPr>
              <a:t>DELIVERY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515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0F1C2E"/>
                </a:solidFill>
                <a:latin typeface="Calibri"/>
              </a:rPr>
              <a:t>What ships as real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5156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Every integration is wired end-to-end. If something is not ready, the UI says 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53796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83680"/>
            <a:ext cx="365760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YatraWise  ·  Team Genesis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583680"/>
            <a:ext cx="20116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13  / 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371600"/>
            <a:ext cx="5486400" cy="466344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00200"/>
            <a:ext cx="49377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16A34A"/>
                </a:solidFill>
                <a:latin typeface="Calibri"/>
              </a:rPr>
              <a:t>Working 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14884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0F1C2E"/>
                </a:solidFill>
                <a:latin typeface="Calibri"/>
              </a:rPr>
              <a:t>•  Google Sign-In → Home dashboard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F1C2E"/>
                </a:solidFill>
                <a:latin typeface="Calibri"/>
              </a:rPr>
              <a:t>•  Live weather + reverse-geocoded location label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F1C2E"/>
                </a:solidFill>
                <a:latin typeface="Calibri"/>
              </a:rPr>
              <a:t>•  Places search, details, photos, navigation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F1C2E"/>
                </a:solidFill>
                <a:latin typeface="Calibri"/>
              </a:rPr>
              <a:t>•  Maps with zones, routes, emergency markers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F1C2E"/>
                </a:solidFill>
                <a:latin typeface="Calibri"/>
              </a:rPr>
              <a:t>•  NVIDIA chat + AI itinerary generator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F1C2E"/>
                </a:solidFill>
                <a:latin typeface="Calibri"/>
              </a:rPr>
              <a:t>•  SOS event write + nearby services dial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F1C2E"/>
                </a:solidFill>
                <a:latin typeface="Calibri"/>
              </a:rPr>
              <a:t>•  Incident media upload + AI triage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F1C2E"/>
                </a:solidFill>
                <a:latin typeface="Calibri"/>
              </a:rPr>
              <a:t>•  Digital ID issue / revoke / verify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F1C2E"/>
                </a:solidFill>
                <a:latin typeface="Calibri"/>
              </a:rPr>
              <a:t>•  Eco session tracking + badges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F1C2E"/>
                </a:solidFill>
                <a:latin typeface="Calibri"/>
              </a:rPr>
              <a:t>•  Admin console for zones, incidents, SOS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371600"/>
            <a:ext cx="5120640" cy="4663440"/>
          </a:xfrm>
          <a:prstGeom prst="roundRect">
            <a:avLst>
              <a:gd name="adj" fmla="val 6000"/>
            </a:avLst>
          </a:prstGeom>
          <a:solidFill>
            <a:srgbClr val="FFFBEB"/>
          </a:solidFill>
          <a:ln w="127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600200"/>
            <a:ext cx="46634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1">
                <a:solidFill>
                  <a:srgbClr val="D97706"/>
                </a:solidFill>
                <a:latin typeface="Calibri"/>
              </a:rPr>
              <a:t>Honest limitations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14884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0F1C2E"/>
                </a:solidFill>
                <a:latin typeface="Calibri"/>
              </a:rPr>
              <a:t>•  Geofence runs while the app process is alive — not a separate OS geofence service yet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F1C2E"/>
                </a:solidFill>
                <a:latin typeface="Calibri"/>
              </a:rPr>
              <a:t>•  CI release APK is debug-keystore signed until a store keystore is supplied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F1C2E"/>
                </a:solidFill>
                <a:latin typeface="Calibri"/>
              </a:rPr>
              <a:t>•  SOS stores and surfaces help — it does not contact authorities on your behalf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F1C2E"/>
                </a:solidFill>
                <a:latin typeface="Calibri"/>
              </a:rPr>
              <a:t>•  Blockchain is intentionally not claimed; Digital ID is modular for later anchoring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0F1C2E"/>
                </a:solidFill>
                <a:latin typeface="Calibri"/>
              </a:rPr>
              <a:t>•  Safety quality depends on zones admins actually configure for a region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C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515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>
                <a:solidFill>
                  <a:srgbClr val="0D9488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5156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4400" b="1">
                <a:solidFill>
                  <a:srgbClr val="FFFFFF"/>
                </a:solidFill>
                <a:latin typeface="Calibri"/>
              </a:rPr>
              <a:t>YatraWise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105156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94A3B8"/>
                </a:solidFill>
                <a:latin typeface="Calibri"/>
              </a:rPr>
              <a:t>Explore India  ·  Pay Fair  ·  Travel Safe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3474720"/>
            <a:ext cx="5760720" cy="1645920"/>
          </a:xfrm>
          <a:prstGeom prst="roundRect">
            <a:avLst>
              <a:gd name="adj" fmla="val 8000"/>
            </a:avLst>
          </a:prstGeom>
          <a:solidFill>
            <a:srgbClr val="1E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3703320"/>
            <a:ext cx="5760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Presented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4069080"/>
            <a:ext cx="57607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Team Genesis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617720"/>
            <a:ext cx="57607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>
                <a:solidFill>
                  <a:srgbClr val="94A3B8"/>
                </a:solidFill>
                <a:latin typeface="Calibri"/>
              </a:rPr>
              <a:t>Smart tourism  ·  real safety  ·  honest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43600"/>
            <a:ext cx="10515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Questions welcome  ·  September 2026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4114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